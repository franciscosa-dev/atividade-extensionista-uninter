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8" r:id="rId2"/>
    <p:sldId id="256" r:id="rId3"/>
    <p:sldId id="257" r:id="rId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9F9F9"/>
    <a:srgbClr val="FBF9F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798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11" Type="http://schemas.openxmlformats.org/officeDocument/2006/relationships/customXml" Target="../customXml/item3.xml"/><Relationship Id="rId5" Type="http://schemas.openxmlformats.org/officeDocument/2006/relationships/presProps" Target="presProps.xml"/><Relationship Id="rId10" Type="http://schemas.openxmlformats.org/officeDocument/2006/relationships/customXml" Target="../customXml/item2.xml"/><Relationship Id="rId4" Type="http://schemas.openxmlformats.org/officeDocument/2006/relationships/slide" Target="slides/slide3.xml"/><Relationship Id="rId9" Type="http://schemas.openxmlformats.org/officeDocument/2006/relationships/customXml" Target="../customXml/item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DFB34C-5C8F-CF60-910C-423663F7FF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0344F611-C6A2-8A40-4F4E-9FF35243C1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FE812FE0-18DA-051D-F7BE-00DEF3832908}"/>
              </a:ext>
            </a:extLst>
          </p:cNvPr>
          <p:cNvSpPr/>
          <p:nvPr/>
        </p:nvSpPr>
        <p:spPr>
          <a:xfrm>
            <a:off x="768096" y="4828032"/>
            <a:ext cx="3657600" cy="630936"/>
          </a:xfrm>
          <a:prstGeom prst="rect">
            <a:avLst/>
          </a:prstGeom>
          <a:solidFill>
            <a:srgbClr val="F9F9F9"/>
          </a:solidFill>
          <a:ln>
            <a:solidFill>
              <a:srgbClr val="F9F9F9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346454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_clean_infographic_presentation_slide_style_im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_clean_corporate_infographic_slide_layout_hig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DB3A1F5032F00F4FAF3306685EA2137C" ma:contentTypeVersion="13" ma:contentTypeDescription="Crie um novo documento." ma:contentTypeScope="" ma:versionID="fa07a90abde3f62c029d7ece8eeb1bc7">
  <xsd:schema xmlns:xsd="http://www.w3.org/2001/XMLSchema" xmlns:xs="http://www.w3.org/2001/XMLSchema" xmlns:p="http://schemas.microsoft.com/office/2006/metadata/properties" xmlns:ns2="480cd279-62c6-4f36-bde2-1e746f000906" xmlns:ns3="261267d9-0966-49a9-a21a-88212ff53a99" targetNamespace="http://schemas.microsoft.com/office/2006/metadata/properties" ma:root="true" ma:fieldsID="7f49f01786b028e0b0beeaa7c53822ac" ns2:_="" ns3:_="">
    <xsd:import namespace="480cd279-62c6-4f36-bde2-1e746f000906"/>
    <xsd:import namespace="261267d9-0966-49a9-a21a-88212ff53a9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BillingMetadata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80cd279-62c6-4f36-bde2-1e746f00090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Marcações de imagem" ma:readOnly="false" ma:fieldId="{5cf76f15-5ced-4ddc-b409-7134ff3c332f}" ma:taxonomyMulti="true" ma:sspId="ec2d7677-7d61-4d42-9986-e604b7035fd6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BillingMetadata" ma:index="19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61267d9-0966-49a9-a21a-88212ff53a99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842e0219-9920-40fc-9f67-ceed158506d8}" ma:internalName="TaxCatchAll" ma:showField="CatchAllData" ma:web="261267d9-0966-49a9-a21a-88212ff53a9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480cd279-62c6-4f36-bde2-1e746f000906">
      <Terms xmlns="http://schemas.microsoft.com/office/infopath/2007/PartnerControls"/>
    </lcf76f155ced4ddcb4097134ff3c332f>
    <TaxCatchAll xmlns="261267d9-0966-49a9-a21a-88212ff53a99" xsi:nil="true"/>
  </documentManagement>
</p:properties>
</file>

<file path=customXml/itemProps1.xml><?xml version="1.0" encoding="utf-8"?>
<ds:datastoreItem xmlns:ds="http://schemas.openxmlformats.org/officeDocument/2006/customXml" ds:itemID="{767808A2-E095-4DA5-8F88-03E492DEFB1C}"/>
</file>

<file path=customXml/itemProps2.xml><?xml version="1.0" encoding="utf-8"?>
<ds:datastoreItem xmlns:ds="http://schemas.openxmlformats.org/officeDocument/2006/customXml" ds:itemID="{A34F811D-91BE-4758-8C3B-584C53A00ABF}"/>
</file>

<file path=customXml/itemProps3.xml><?xml version="1.0" encoding="utf-8"?>
<ds:datastoreItem xmlns:ds="http://schemas.openxmlformats.org/officeDocument/2006/customXml" ds:itemID="{59B58636-F612-41DE-A66D-CE64CF6C2D60}"/>
</file>

<file path=docProps/app.xml><?xml version="1.0" encoding="utf-8"?>
<Properties xmlns="http://schemas.openxmlformats.org/officeDocument/2006/extended-properties" xmlns:vt="http://schemas.openxmlformats.org/officeDocument/2006/docPropsVTypes">
  <TotalTime>344</TotalTime>
  <Words>0</Words>
  <Application>Microsoft Office PowerPoint</Application>
  <PresentationFormat>Widescreen</PresentationFormat>
  <Paragraphs>0</Paragraphs>
  <Slides>3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Apresentação do PowerPoint</vt:lpstr>
      <vt:lpstr>Apresentação do PowerPoint</vt:lpstr>
      <vt:lpstr>Apresentação do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FRANCISCO SILVA ARAUJO JUNIOR</dc:creator>
  <cp:keywords/>
  <dc:description>generated using python-pptx</dc:description>
  <cp:lastModifiedBy>FRANCISCO SILVA ARAUJO JUNIOR</cp:lastModifiedBy>
  <cp:revision>3</cp:revision>
  <dcterms:created xsi:type="dcterms:W3CDTF">2013-01-27T09:14:16Z</dcterms:created>
  <dcterms:modified xsi:type="dcterms:W3CDTF">2026-06-18T19:41:25Z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0x010100DB3A1F5032F00F4FAF3306685EA2137C</vt:lpwstr>
  </property>
</Properties>
</file>